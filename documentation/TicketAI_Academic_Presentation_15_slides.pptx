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26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72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40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78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6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06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63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77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37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36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TicketAI — Automated Support Ticket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Your Name(s) •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receive hundreds of customer emails daily.</a:t>
            </a:r>
          </a:p>
          <a:p>
            <a:r>
              <a:t>Each email needs manual reading, categorization, and routing.</a:t>
            </a:r>
          </a:p>
          <a:p>
            <a:r>
              <a:t>Manual triage is slow, error-prone, and costly.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 in response reduce customer satisfaction (CSAT).</a:t>
            </a:r>
          </a:p>
          <a:p>
            <a:r>
              <a:t>Support agents spend time on repetitive sorting, not solving problems.</a:t>
            </a:r>
          </a:p>
          <a:p>
            <a:r>
              <a:t>High risk of misrouted tickets and missed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(papers 1–2)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Zangari et al., 2023 — 'Ticket automation: current research' (overview of transformer use in ticket classification).</a:t>
            </a:r>
          </a:p>
          <a:p>
            <a:r>
              <a:t>Bonechi et al., 2024 — 'Leveraging AI for Efficient Ticket Classification' (BERT &amp; pipeline comparison).</a:t>
            </a:r>
          </a:p>
          <a:p>
            <a:r>
              <a:t>Key takeaway: Modern approaches favor transformer-based models, hybrid techniques (emotion+keyword), and pipeline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(papers 3–4)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ResearchGate AutoML paper, 2024 — 'AI-based Classification of Customer Support Tickets' (AutoML applicability).</a:t>
            </a:r>
          </a:p>
          <a:p>
            <a:r>
              <a:t>Krishnamoorthy, 2024 — 'Email classification and emotion detection' (secure classifier approaches).</a:t>
            </a:r>
          </a:p>
          <a:p>
            <a:r>
              <a:t>Key takeaway: Modern approaches favor transformer-based models, hybrid techniques (emotion+keyword), and pipeline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(papers 5–6)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Arias-Barahona et al., 2023 — 'Requests classification in customer service' (ML techniques for tickets).</a:t>
            </a:r>
          </a:p>
          <a:p>
            <a:r>
              <a:t>Almarzooqi, 2025 — 'Automated Prioritization and Routing of IT Support Tickets' (thesis on routing/prioritization).</a:t>
            </a:r>
          </a:p>
          <a:p>
            <a:r>
              <a:t>Key takeaway: Modern approaches favor transformer-based models, hybrid techniques (emotion+keyword), and pipeline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(papers 7–8)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Theresa et al., 2025 — 'Multi-modal emotional analysis in customer relations' (combining modalities).</a:t>
            </a:r>
          </a:p>
          <a:p>
            <a:r>
              <a:t>Gracy Theresa / Nature 2025 — multi-modal email emotion identification study (improves accuracy).</a:t>
            </a:r>
          </a:p>
          <a:p>
            <a:r>
              <a:t>Key takeaway: Modern approaches favor transformer-based models, hybrid techniques (emotion+keyword), and pipeline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(papers 9–10)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Reinhard, 2024 — 'Generative AI in Customer Support' (framework for generative responses and automation).</a:t>
            </a:r>
          </a:p>
          <a:p>
            <a:r>
              <a:t>PeerJ 2023 — 'Requests classification in the customer service area' (case studies and datasets).</a:t>
            </a:r>
          </a:p>
          <a:p>
            <a:r>
              <a:t>Key takeaway: Modern approaches favor transformer-based models, hybrid techniques (emotion+keyword), and pipeline automation.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Transformer-based models (BERT/DistilBERT) and hybrid approaches consistently outperform older methods.</a:t>
            </a:r>
          </a:p>
          <a:p>
            <a:r>
              <a:t>Emotion detection and context-aware features improve routing accuracy.</a:t>
            </a:r>
          </a:p>
          <a:p>
            <a:r>
              <a:t>AutoML and full pipelines can speed deployment but need careful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ticket categorization to reduce manual effort and errors.</a:t>
            </a:r>
          </a:p>
          <a:p>
            <a:r>
              <a:t>Combine emotion detection and keyword classification for robust routing.</a:t>
            </a:r>
          </a:p>
          <a:p>
            <a:r>
              <a:t>Send immediate, professional email confirmations to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— Architecture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Web UI for ticket submission and dashboard (Flask).</a:t>
            </a:r>
          </a:p>
          <a:p>
            <a:r>
              <a:t>Backend: REST API, model inference endpoints, database 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— Data Flow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ticket → Preprocessing → Emotion Model (Hugging Face) → Keyword Model (Scikit-learn) → Decision Layer → Save &amp; Notify (Gmail).</a:t>
            </a:r>
          </a:p>
          <a:p>
            <a:r>
              <a:t>Confidence-based decision and logging for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—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API: Flask (Python).</a:t>
            </a:r>
          </a:p>
          <a:p>
            <a:r>
              <a:t>Database: SQLite for lightweight storage.</a:t>
            </a:r>
          </a:p>
          <a:p>
            <a:r>
              <a:t>AI models: Hugging Face transformer for emotion; Scikit-learn model for keyword/topic classification.</a:t>
            </a:r>
          </a:p>
          <a:p>
            <a:r>
              <a:t>Notifications: Gmail SMTP integration for confirmation emails.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— Model Details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Emotion Model: Fine-tuned transformer (e.g., DistilBERT) for emotion classification.</a:t>
            </a:r>
          </a:p>
          <a:p>
            <a:r>
              <a:t>Keyword Model: TF-IDF + Logistic Regression / Random Forest.</a:t>
            </a:r>
          </a:p>
          <a:p>
            <a:r>
              <a:t>Decision: Choose label with highest confidence score; log confidence.</a:t>
            </a:r>
          </a:p>
          <a:p>
            <a:r>
              <a:t>Example metric targets: Accuracy &gt; 85%, Precision/Recall balanced across classes.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 — What I'll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and ticket submission form.</a:t>
            </a:r>
          </a:p>
          <a:p>
            <a:r>
              <a:t>Live classification of a sample ticket.</a:t>
            </a:r>
          </a:p>
          <a:p>
            <a:r>
              <a:t>Email confirmation arriving in inbox.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Sample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'Hi, I still haven't received the refund for the shoes I returned last week.'</a:t>
            </a:r>
          </a:p>
          <a:p>
            <a:r>
              <a:t>Expected output: Category: Returns, Confidence: ~95%, Ticket ID saved to DB.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Email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Ticket ID, Category, Confidence bar, and next steps.</a:t>
            </a:r>
          </a:p>
          <a:p>
            <a:r>
              <a:t>Professional formatting improves customer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TicketAI reduces manual triage time and improves routing accuracy.</a:t>
            </a:r>
          </a:p>
          <a:p>
            <a:r>
              <a:t>Future ideas: Priority detection, chatbot integration, admin panel for agents, real-time SLA tracking.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(selected recent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Zangari et al., 2023 — 'Ticket automation: An insight into current research'.</a:t>
            </a:r>
          </a:p>
          <a:p>
            <a:r>
              <a:t>Bonechi et al., 2024 — 'Leveraging AI for Efficient Ticket Classification'.</a:t>
            </a:r>
          </a:p>
          <a:p>
            <a:r>
              <a:t>AI-based Classification of Customer Support Tickets (AutoML), 2024 — ResearchGate.</a:t>
            </a:r>
          </a:p>
          <a:p>
            <a:r>
              <a:t>Krishnamoorthy, P., 2024 — 'Secured email classification and emotion detection'.</a:t>
            </a:r>
          </a:p>
          <a:p>
            <a:r>
              <a:t>Arias-Barahona et al., 2023 — 'Requests classification in customer service'.</a:t>
            </a:r>
          </a:p>
          <a:p>
            <a:r>
              <a:t>Almarzooqi, M., 2025 — 'Automated Prioritization and Routing of IT Support Tickets'.</a:t>
            </a:r>
          </a:p>
          <a:p>
            <a:r>
              <a:t>Theresa et al., 2025 — 'Multi-modal emotional analysis in customer relations' (Nature).</a:t>
            </a:r>
          </a:p>
          <a:p>
            <a:r>
              <a:t>Reinhard, 2024 — 'Generative AI in Customer Support Services'.</a:t>
            </a:r>
          </a:p>
          <a:p>
            <a:r>
              <a:t>PeerJ, 2023 — 'Requests classification in the customer service area'.</a:t>
            </a:r>
          </a:p>
          <a:p>
            <a:r>
              <a:t>Koukal, 2024 — 'Improving automated categorization of customer requests'.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893</Words>
  <Application>Microsoft Office PowerPoint</Application>
  <PresentationFormat>Widescreen</PresentationFormat>
  <Paragraphs>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Gill Sans MT</vt:lpstr>
      <vt:lpstr>Gallery</vt:lpstr>
      <vt:lpstr>TicketAI — Automated Support Ticket Classification</vt:lpstr>
      <vt:lpstr>Introduction — The Problem</vt:lpstr>
      <vt:lpstr>Problem Impact</vt:lpstr>
      <vt:lpstr>Literature Review (papers 1–2)</vt:lpstr>
      <vt:lpstr>Literature Review (papers 3–4)</vt:lpstr>
      <vt:lpstr>Literature Review (papers 5–6)</vt:lpstr>
      <vt:lpstr>Literature Review (papers 7–8)</vt:lpstr>
      <vt:lpstr>Literature Review (papers 9–10)</vt:lpstr>
      <vt:lpstr>Summary of Literature Review</vt:lpstr>
      <vt:lpstr>Objectives</vt:lpstr>
      <vt:lpstr>System Design — Architecture (1/2)</vt:lpstr>
      <vt:lpstr>System Design — Data Flow (2/2)</vt:lpstr>
      <vt:lpstr>Implementation — Tech Stack</vt:lpstr>
      <vt:lpstr>Implementation — Model Details &amp; Metrics</vt:lpstr>
      <vt:lpstr>Demo Plan — What I'll Show</vt:lpstr>
      <vt:lpstr>Demo — Sample Ticket</vt:lpstr>
      <vt:lpstr>Demo — Email Confirmation</vt:lpstr>
      <vt:lpstr>Conclusion &amp; Future Scope</vt:lpstr>
      <vt:lpstr>References (selected recent papers)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Hanumanthu Arya</cp:lastModifiedBy>
  <cp:revision>2</cp:revision>
  <dcterms:created xsi:type="dcterms:W3CDTF">2013-01-27T09:14:16Z</dcterms:created>
  <dcterms:modified xsi:type="dcterms:W3CDTF">2025-10-06T10:31:41Z</dcterms:modified>
  <cp:category/>
</cp:coreProperties>
</file>